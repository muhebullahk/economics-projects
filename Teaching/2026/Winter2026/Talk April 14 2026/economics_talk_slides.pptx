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Welcome the audience. Explain that economics is not only about markets and graphs; it is about everyday choices under scarcity. Preview the journey: daily life examples, big issues, modern fields, and job prospects. Open with a light joke: when people hear economics, they think of money, graphs, or boredom.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Define scarcity in plain language. Emphasize that economics starts with limits and choices. Use the 24-hour day as the easiest example. Stress that economics is about life decisions, not only money.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Move quickly through relatable examples. Define opportunity cost clearly: what you give up when you choose something else. Point out that economics helps us see the hidden cost of time as well as money.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Explain each issue in everyday language. Avoid jargon. For inflation, use grocery bills. For housing, mention supply and demand. For climate, stress that economics helps design incentives and policy choices.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This is the slide that explains the value of economic reasoning. Use the phrase second-step thinking. Mention that economics is useful because many policies have side effects, not because economists always agree.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Push back against the stereotype that economics is only spreadsheets. Emphasize that economics uses evidence to improve human outcomes.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Introduce the breadth of the field. Tell the audience that economics is not one narrow subject; it has many entry points depending on a student’s interests.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humour here. Say: classical economics assumes rational humans; behavioural economics says, “That is interesting, but have you met humans?” Give examples of procrastination and subscription inertia.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Keep this accessible. Do not oversell mind-reading. Say that the field studies decision-making more deeply by combining economics with brain science.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Connect the field to current reality. Emphasize that economics is relevant because the world is changing fast and students need frameworks for understanding it.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Speak directly to students. Lower the pressure. Emphasize flexibility and transferability, not just prestige.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End on job prospects because parents care about that. Stress the transferability of the skills. Close with confidence and invitation to ask questions.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Pause, smile, and invite questions. If you need a final joke: economics does not solve every problem, but it does help us ask fewer expensive questions by accident.
[Sources]
- Original content prepared for the user; no external sources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22960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Economics Is Everywhere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C14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Understanding It Can Change How You See the World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3F2"/>
                </a:solidFill>
              </a:rPr>
              <a:t>A talk for students and parents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CHOICES  •  TIME  •  FAIRNESS  •  IDEAS  •  JOBS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5303520" cy="1005840"/>
          </a:xfrm>
          <a:prstGeom prst="roundRect">
            <a:avLst>
              <a:gd name="adj" fmla="val 6364"/>
            </a:avLst>
          </a:prstGeom>
          <a:solidFill>
            <a:srgbClr val="17325D"/>
          </a:solidFill>
          <a:ln w="12700">
            <a:solidFill>
              <a:srgbClr val="3259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224528"/>
            <a:ext cx="4800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Economics is not just about money. It is about choices, incentives, trade-offs, and how people build better futures.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66760" y="960120"/>
            <a:ext cx="3063240" cy="4983480"/>
          </a:xfrm>
          <a:prstGeom prst="roundRect">
            <a:avLst>
              <a:gd name="adj" fmla="val 2388"/>
            </a:avLst>
          </a:prstGeom>
          <a:solidFill>
            <a:srgbClr val="F7F4E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20700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Tonight we will cover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77072" y="1664208"/>
            <a:ext cx="21945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What economics actually is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Real-life examples students and parents know well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Big issues: inflation, housing, jobs, climate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Interesting fields like behavioural economics and neuroeconomics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Why economics is useful for careers and everyday decisions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32520" y="4590288"/>
            <a:ext cx="2011680" cy="896112"/>
          </a:xfrm>
          <a:prstGeom prst="roundRect">
            <a:avLst>
              <a:gd name="adj" fmla="val 6122"/>
            </a:avLst>
          </a:prstGeom>
          <a:solidFill>
            <a:srgbClr val="F8E7B8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0" y="479145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Main message: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Better questions lead to better choices.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Economics?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1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4D8F"/>
                </a:solidFill>
              </a:rPr>
              <a:t>A simple definition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49834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D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3619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Economics is the study of how people make choices when resources are limited.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49808" y="246888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Scarcity means there is never enough time, money, energy, land, or attention to do everything we want.
</a:t>
            </a:r>
            <a:pPr indent="0" marL="0">
              <a:buNone/>
            </a:pPr>
            <a:r>
              <a:rPr lang="en-US" sz="1700" b="1" dirty="0">
                <a:solidFill>
                  <a:srgbClr val="C64E4E"/>
                </a:solidFill>
              </a:rPr>
              <a:t>That is why trade-offs are unavoidable.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5844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6210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For students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" y="4041648"/>
            <a:ext cx="3063240" cy="1618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More sleep, better grades, friends, sports, a part-time job, and free time all compete for the same 24 hours.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389120" y="347472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35844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6210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For parents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288" y="4041648"/>
            <a:ext cx="3063240" cy="1618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Families balance food, housing, transportation, savings, and education with a limited budget every month.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138160" y="347472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35844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GV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78240" y="36210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For governments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39328" y="4041648"/>
            <a:ext cx="3063240" cy="1618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Public budgets cannot fully fund every road, school, clinic, and tax cut at the same time.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Economics is a way of thinking about choices, trade-offs, and incentives.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Economics in Everyday Life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2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441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807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Coffee shop line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801368"/>
            <a:ext cx="3063240" cy="1755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High demand plus limited supply can show up as a long line, not just a high price. Scarcity can look like waiting.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3441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TK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3807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Concert tickets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1801368"/>
            <a:ext cx="3063240" cy="1755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A ticket may sell for $100 at first and $400 later in resale markets because many people want a few seats.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234440"/>
            <a:ext cx="342900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3441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13807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Choosing a program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39328" y="1801368"/>
            <a:ext cx="3063240" cy="17556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Every educational choice has an opportunity cost: the next best path, job, or experience you give up.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0416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GR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0782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Grocery shopping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" y="4498848"/>
            <a:ext cx="3063240" cy="1252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Families compare brands, chase sales, and switch products when prices rise. That is consumer choice in action.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38912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0416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TM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40782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Time on your phone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90288" y="4498848"/>
            <a:ext cx="3063240" cy="1252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Three hours spent scrolling also has a cost: study time, sleep, exercise, or rest that did not happen.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8138160" y="393192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40416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TR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78240" y="40782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Gas and commuting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339328" y="4498848"/>
            <a:ext cx="3063240" cy="1252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When fuel prices rise, people drive less, carpool more, or rethink where they work and live.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Economics appears in everyday habits long before it appears in textbooks.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Big Issues People Hear About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3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99032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INF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399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Inflation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1837944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When prices rise broadly, each paycheque buys less. Families feel it at the grocery store, the gas station, and in rent.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1399032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HOU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03720" y="1399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Housing affordability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19088" y="1837944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High demand, limited supply, construction costs, and policy choices all shape housing prices.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867912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JOB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867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Jobs and wages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32688" y="4306824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Work affects income, dignity, stability, and opportunity. Economists study wages, skills, and unemployment.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52578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867912"/>
            <a:ext cx="438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CLM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3720" y="38679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Climate and sustainability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19088" y="4306824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Economics helps compare the costs of pollution today with the benefits of a cleaner future.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Economists try to understand not only what is happening, but why it is happening.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Economists Think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4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3268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8F"/>
                </a:solidFill>
              </a:rPr>
              <a:t>Economics is a toolkit for asking sharper questions.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475488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12700">
            <a:solidFill>
              <a:srgbClr val="C6D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783080"/>
            <a:ext cx="4160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What are the incentives?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What are the costs and benefits?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Who gains and who loses?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What are the unintended consequences?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What happens next, not just first?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89320" y="1417320"/>
            <a:ext cx="5440680" cy="4389120"/>
          </a:xfrm>
          <a:prstGeom prst="roundRect">
            <a:avLst>
              <a:gd name="adj" fmla="val 1250"/>
            </a:avLst>
          </a:prstGeom>
          <a:solidFill>
            <a:srgbClr val="F7F4EE"/>
          </a:solidFill>
          <a:ln w="12700">
            <a:solidFill>
              <a:srgbClr val="D9C9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Example: rent control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09360" y="2084832"/>
            <a:ext cx="466344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A first reaction might be: “Cap rents and housing becomes affordable.”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An economist also asks: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Will landlords maintain units?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Will fewer homes be built?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Will shortages grow?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The point is not that policy is easy or impossible. The point is that good policy needs second-step thinking.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Good economics looks beyond the first effect.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People, Not Just Numbers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5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170432"/>
            <a:ext cx="3703320" cy="4572000"/>
          </a:xfrm>
          <a:prstGeom prst="roundRect">
            <a:avLst>
              <a:gd name="adj" fmla="val 197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72768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Behind every statistic is a person.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2423160"/>
            <a:ext cx="31089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6EEF7"/>
                </a:solidFill>
              </a:rPr>
              <a:t>Unemployment rates represent people looking for work.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6EEF7"/>
                </a:solidFill>
              </a:rPr>
              <a:t>Inflation affects real families.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6EEF7"/>
                </a:solidFill>
              </a:rPr>
              <a:t>Housing shortages affect real communities.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6EEF7"/>
                </a:solidFill>
              </a:rPr>
              <a:t>Policy choices shape real lives.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800600" y="1170432"/>
            <a:ext cx="640080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627632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11111"/>
                </a:solidFill>
              </a:rPr>
              <a:t>Economics is not cold. It uses models and data to improve human outcomes and help societies make wiser decisions.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92040" y="3063240"/>
            <a:ext cx="6217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31729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WB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68112" y="316382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Well-being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3163824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Economics asks how choices affect living standards, opportunity, and quality of life.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3977640"/>
            <a:ext cx="6217920" cy="749808"/>
          </a:xfrm>
          <a:prstGeom prst="roundRect">
            <a:avLst>
              <a:gd name="adj" fmla="val 6098"/>
            </a:avLst>
          </a:prstGeom>
          <a:solidFill>
            <a:srgbClr val="F7FAFC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40873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FR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407822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Fairness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4078224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Questions about inequality, taxes, access, and public services are also economic questions.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4892040"/>
            <a:ext cx="6217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5001768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EV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68112" y="499262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Evidence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20840" y="4992624"/>
            <a:ext cx="4069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</a:rPr>
              <a:t>Data helps test ideas so decisions are guided by more than instinct.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The numbers matter because people matter.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Interesting Fields in Economics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6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097280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9FBFD"/>
          </a:solidFill>
          <a:ln w="12700">
            <a:solidFill>
              <a:srgbClr val="D3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2070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2435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Behavioural economics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160934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Why real people procrastinate, overspend, follow the crowd, and respond to how choices are framed.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89704" y="1097280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9FBFD"/>
          </a:solidFill>
          <a:ln w="12700">
            <a:solidFill>
              <a:srgbClr val="D3D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12070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🧬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84064" y="12435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Neuroeconomics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72584" y="160934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What happens in the brain when people take risks, seek rewards, trust others, or make impulsive choices.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93608" y="1097280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9FBFD"/>
          </a:solidFill>
          <a:ln w="12700">
            <a:solidFill>
              <a:srgbClr val="D3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0768" y="12070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87968" y="12435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Environmental economics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476488" y="160934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How to value natural resources, reduce pollution, and design policies for a sustainable future.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383280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9FBFD"/>
          </a:solidFill>
          <a:ln w="12700">
            <a:solidFill>
              <a:srgbClr val="D3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930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80160" y="35295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Health economics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8680" y="389534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How to use limited healthcare resources wisely and improve access and public health decisions.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489704" y="3383280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9FBFD"/>
          </a:solidFill>
          <a:ln w="12700">
            <a:solidFill>
              <a:srgbClr val="D3D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4930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👷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084064" y="35295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Labour economics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672584" y="389534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Jobs, wages, skills, education, and what shapes employment opportunities over time.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293608" y="3383280"/>
            <a:ext cx="3520440" cy="1920240"/>
          </a:xfrm>
          <a:prstGeom prst="roundRect">
            <a:avLst>
              <a:gd name="adj" fmla="val 2381"/>
            </a:avLst>
          </a:prstGeom>
          <a:solidFill>
            <a:srgbClr val="F9FBFD"/>
          </a:solidFill>
          <a:ln w="12700">
            <a:solidFill>
              <a:srgbClr val="D3DC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30768" y="349300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🏦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887968" y="3529584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</a:rPr>
              <a:t>Financial economics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476488" y="3895344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</a:rPr>
              <a:t>Banking, markets, interest rates, investing, and how people and institutions handle risk.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Economics is broad: it connects with psychology, neuroscience, health, environment, law, and business.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Behavioural Economics: “Have You Met Humans?”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7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4206240" cy="457200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813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D8F"/>
                </a:solidFill>
              </a:rPr>
              <a:t>Traditional idea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856232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</a:rPr>
              <a:t>People calmly calculate costs and benefits before deciding.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4E4E"/>
                </a:solidFill>
              </a:rPr>
              <a:t>Behavioural reality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3127248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11111"/>
                </a:solidFill>
              </a:rPr>
              <a:t>People procrastinate, fear losses, follow defaults, stick with habits, and get influenced by emotions and framing.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5257800" y="1188720"/>
            <a:ext cx="6035040" cy="4572000"/>
          </a:xfrm>
          <a:prstGeom prst="roundRect">
            <a:avLst>
              <a:gd name="adj" fmla="val 1200"/>
            </a:avLst>
          </a:prstGeom>
          <a:solidFill>
            <a:srgbClr val="FFF8E9"/>
          </a:solidFill>
          <a:ln w="12700">
            <a:solidFill>
              <a:srgbClr val="E1C3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4904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Why this matters in real life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96128" y="1856232"/>
            <a:ext cx="52120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• Retirement savings: </a:t>
            </a:r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defaults often increase saving.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• Health choices: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small nudges can increase checkups or exercise.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• Energy use: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people may conserve more when feedback is simple and visible.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</a:rPr>
              <a:t>• Personal finance: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subscriptions stay because forgetting is easier than cancelling.</a:t>
            </a:r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Joke: we all plan to become disciplined tomorrow. Behavioural economics studies what happens when tomorrow arrives.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Behavioural economics studies the gap between intention and action.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Neuroeconomics: Economics Meets Brain Science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8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234440"/>
            <a:ext cx="4572000" cy="4526280"/>
          </a:xfrm>
          <a:prstGeom prst="roundRect">
            <a:avLst>
              <a:gd name="adj" fmla="val 1212"/>
            </a:avLst>
          </a:prstGeom>
          <a:solidFill>
            <a:srgbClr val="F8FBFF"/>
          </a:solidFill>
          <a:ln w="12700">
            <a:solidFill>
              <a:srgbClr val="C7D5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9164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0B1F3A"/>
                </a:solidFill>
              </a:rPr>
              <a:t>Neuroeconomics asks what happens in the brain when people choose, trust, take risks, delay rewards, or act impulsively.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51560" y="2971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7F62"/>
                </a:solidFill>
              </a:rPr>
              <a:t>It combines economics, psychology, and neuroscience.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23560" y="1234440"/>
            <a:ext cx="5577840" cy="2057400"/>
          </a:xfrm>
          <a:prstGeom prst="roundRect">
            <a:avLst>
              <a:gd name="adj" fmla="val 2222"/>
            </a:avLst>
          </a:prstGeom>
          <a:solidFill>
            <a:srgbClr val="F7F4EE"/>
          </a:solidFill>
          <a:ln w="12700">
            <a:solidFill>
              <a:srgbClr val="D6C5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5087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Questions neuroeconomists study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97880" y="184708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Why are some people more risk-seeking than others?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Why do rewards feel rewarding?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How do emotion and stress change decisions?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• What makes trust and cooperation possible?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23560" y="3611880"/>
            <a:ext cx="5577840" cy="2148840"/>
          </a:xfrm>
          <a:prstGeom prst="roundRect">
            <a:avLst>
              <a:gd name="adj" fmla="val 2128"/>
            </a:avLst>
          </a:prstGeom>
          <a:solidFill>
            <a:srgbClr val="F9FBFD"/>
          </a:solidFill>
          <a:ln w="12700">
            <a:solidFill>
              <a:srgbClr val="CBD6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97880" y="38862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</a:rPr>
              <a:t>Why students find it exciting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897880" y="4224528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111"/>
                </a:solidFill>
              </a:rPr>
              <a:t>It shows that economics can connect with medicine, AI, marketing, mental processes, and experimental research. It is one of the clearest examples that economics is not “just business.”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Neuroeconomics helps explain not just what we choose, but how we choose.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Economics Matters Right 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9 / 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4183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D8F"/>
                </a:solidFill>
              </a:rPr>
              <a:t>Students are growing up in a world shaped by major economic change.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50749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2880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Inflation and cost of living pressures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Housing affordability challenges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Artificial intelligence and changing jobs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Climate transition and energy choices</a:t>
            </a:r>
            <a:endParaRPr lang="en-US" sz="2200" dirty="0"/>
          </a:p>
          <a:p>
            <a:pPr marL="228600" indent="-228600">
              <a:buSzPct val="100000"/>
              <a:buChar char="•"/>
            </a:pPr>
            <a:r>
              <a:rPr lang="en-US" sz="2200" dirty="0">
                <a:solidFill>
                  <a:srgbClr val="0B1F3A"/>
                </a:solidFill>
              </a:rPr>
              <a:t>Global trade shocks and supply chains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303520" cy="4526280"/>
          </a:xfrm>
          <a:prstGeom prst="roundRect">
            <a:avLst>
              <a:gd name="adj" fmla="val 121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Economics gives people a framework for making sense of the headlines.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10528" y="27432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EEF7"/>
                </a:solidFill>
              </a:rPr>
              <a:t>It helps explain why interest rates rise, why goods become expensive after supply disruptions, why some occupations grow and others shrink, and why global events affect local communities.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Understanding economics helps people understand the world they are entering.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Study Economics?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10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356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SK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4721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It builds skills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892808"/>
            <a:ext cx="3063240" cy="1709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Critical thinking, data analysis, problem-solving, clear writing, and evidence-based decision-making.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89120" y="132588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4356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4721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It is practical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0288" y="1892808"/>
            <a:ext cx="3063240" cy="1709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It helps with spending, saving, borrowing, career choices, policy questions, and business decisions.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38160" y="1325880"/>
            <a:ext cx="34290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43560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147218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It is flexible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39328" y="1892808"/>
            <a:ext cx="3063240" cy="1709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</a:rPr>
              <a:t>Economics combines numbers with big ideas and opens many paths rather than one narrow job title.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10698480" cy="1600200"/>
          </a:xfrm>
          <a:prstGeom prst="roundRect">
            <a:avLst>
              <a:gd name="adj" fmla="val 3429"/>
            </a:avLst>
          </a:prstGeom>
          <a:solidFill>
            <a:srgbClr val="F7FAFC"/>
          </a:solidFill>
          <a:ln w="12700">
            <a:solidFill>
              <a:srgbClr val="C9D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498848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B1F3A"/>
                </a:solidFill>
              </a:rPr>
              <a:t>A useful line for students: you do not need to know your whole future right now. Economics is valuable because it helps you understand systems, ask better questions, and stay adaptable.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Economics helps students become thoughtful, adaptable, and analytically strong.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Careers, Job Prospects, and Final Message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418320" y="201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C14E"/>
                </a:solidFill>
              </a:rPr>
              <a:t>11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" y="1207008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CD5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087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</a:rPr>
              <a:t>Where economics graduates work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4434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• Government and public policy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• Finance, banking, and insurance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• Business, consulting, and market research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• Data analysis and forecasting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</a:rPr>
              <a:t>• Research, education, law, and graduate study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0" y="1207008"/>
            <a:ext cx="5029200" cy="2011680"/>
          </a:xfrm>
          <a:prstGeom prst="roundRect">
            <a:avLst>
              <a:gd name="adj" fmla="val 2727"/>
            </a:avLst>
          </a:prstGeom>
          <a:solidFill>
            <a:srgbClr val="FFF8E9"/>
          </a:solidFill>
          <a:ln w="12700">
            <a:solidFill>
              <a:srgbClr val="DFC2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149961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What employers value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20840" y="187452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11111"/>
                </a:solidFill>
              </a:rPr>
              <a:t>Analysis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11111"/>
                </a:solidFill>
              </a:rPr>
              <a:t>Communication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11111"/>
                </a:solidFill>
              </a:rPr>
              <a:t>Problem-solving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11111"/>
                </a:solidFill>
              </a:rPr>
              <a:t>Data literacy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111111"/>
                </a:solidFill>
              </a:rPr>
              <a:t>Seeing the bigger picture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0" y="3703320"/>
            <a:ext cx="5029200" cy="2029968"/>
          </a:xfrm>
          <a:prstGeom prst="roundRect">
            <a:avLst>
              <a:gd name="adj" fmla="val 270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400507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14E"/>
                </a:solidFill>
              </a:rPr>
              <a:t>Final thought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12280" y="44805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Economics helps people understand the world, make better choices, and build a better future.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02920" y="6428232"/>
            <a:ext cx="11155680" cy="0"/>
          </a:xfrm>
          <a:prstGeom prst="line">
            <a:avLst/>
          </a:prstGeom>
          <a:noFill/>
          <a:ln w="12700">
            <a:solidFill>
              <a:srgbClr val="B8C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73952"/>
            <a:ext cx="9875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</a:rPr>
              <a:t>Better questions → better choices → better futures.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04672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C14E"/>
                </a:solidFill>
              </a:rPr>
              <a:t>Questions and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2560320"/>
            <a:ext cx="4663440" cy="2011680"/>
          </a:xfrm>
          <a:prstGeom prst="roundRect">
            <a:avLst>
              <a:gd name="adj" fmla="val 2727"/>
            </a:avLst>
          </a:prstGeom>
          <a:solidFill>
            <a:srgbClr val="17325D"/>
          </a:solidFill>
          <a:ln w="12700">
            <a:solidFill>
              <a:srgbClr val="4469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880360"/>
            <a:ext cx="3977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Three things to remember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1. Economics is about choices in a world of limits.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2. It helps us understand people, markets, and public issues.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3. It builds skills for life and for many careers.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60920" y="1920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</a:rPr>
              <a:t>Q&amp;A  •  DISCUSSION  •  IDEAS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0" y="29260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C14E"/>
                </a:solidFill>
              </a:rPr>
              <a:t>“Better questions lead to better decisions.”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0372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8E3F2"/>
                </a:solidFill>
              </a:rPr>
              <a:t>Happy to take your questions.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Economics Is Everywhere</dc:title>
  <dc:subject>Economics talk for students and parents</dc:subject>
  <dc:creator>OpenAI</dc:creator>
  <cp:lastModifiedBy>OpenAI</cp:lastModifiedBy>
  <cp:revision>1</cp:revision>
  <dcterms:created xsi:type="dcterms:W3CDTF">2026-04-12T20:59:07Z</dcterms:created>
  <dcterms:modified xsi:type="dcterms:W3CDTF">2026-04-12T20:59:07Z</dcterms:modified>
</cp:coreProperties>
</file>