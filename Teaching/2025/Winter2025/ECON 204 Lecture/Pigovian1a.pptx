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48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56A-5545-BA07-EFEF-2973B4EA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B50-47CF-C7C9-1A92-A23D7B9AD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3A56-341A-5D41-E615-8053645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7B30-162B-1080-7E9B-E9EAC21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8AF8-CFFE-44DC-24CC-6588B3EF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347A-94B7-8B14-EEF8-EC45C750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4CFA-AFA0-BA2A-7315-98B6515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DEB8-68E3-2AAE-C420-FD5EB947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2C1-7367-218B-267E-C73BE7F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EDD7-3274-3598-8408-AB1BBCD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7E4-DB85-D6C8-FB41-12975A5D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B995-41E7-96A8-0C70-3E0B57AF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169-8B87-747D-153E-0929304B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AD56-026E-4E45-E374-5C8B5FF4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5327-B33A-8A95-6DD3-7FE85A9E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E578-CFC9-BAC9-52D8-5DCA0EED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9B3-2D15-135D-F594-F89FEC915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C7B64-9322-3EBA-14BF-7D9708D0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3FB-379C-4AD6-AC7C-36FDA5E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3E4-E384-E507-1D8B-C74A2A0F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36-5948-38F9-AC89-97652CCC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E9-845D-E53B-857F-E8B7350D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F6CE-7EF3-E231-9898-78AE74B9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E44B-9E66-7D65-7ACA-24D88173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3CA7-43DA-DBE1-AB3A-463C7452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ADB3-50C3-E1ED-705D-3045964E8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CBE07-573A-23F2-B0FD-FE1DCEE8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59749-845C-A28B-02F9-32F3F3B8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84460-FDE7-1296-9A2D-BD8B1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FD56-E762-581F-0526-DCC93D4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02C2C-83B6-2BA8-08F1-49B27D9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C071-1734-D3D6-5C0E-4359A82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508-A656-7ADD-7CEF-E6C90DD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A0C5C-2B10-CF7E-C3B5-E47B1D5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EA1C-F8D3-9F2D-383E-F66D6A95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3D2D-A3DF-ED20-BB1F-9F26971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5E2-30AA-488A-1CC2-A5A5D31F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C7C3-EB4F-D72C-72D7-6E5DD054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34D6-2BD9-DC38-5CB9-2336E947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AFF2-516F-D0AA-C231-FDEBEC5D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85DB-B041-59C5-A201-604C4B58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9E5C-7DB7-1DE4-88A9-61B74CC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75C7-D108-A40E-8A38-DC9B92E7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58CE-22C7-E70A-B1F1-9BD2DE2C2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97D1-61EF-F6D9-DB19-FE52340F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50B7-7334-569F-E074-D0FD011D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E60C2-68C8-61FE-CEC6-E578C74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88673-6969-ED02-4320-CE209249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9C25-3A9A-DCF7-0C1F-C7FE7D3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E0578-2DBA-2DBC-7EB1-340302C7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7D40-8D1A-957E-C266-8421EE9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7896-A6AC-42F1-CFFB-282CF613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AE69-B5F5-FF1B-0B53-D74EC84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9692-5D1F-1737-C1D3-D97FE5037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73CA-A24D-F566-1B82-7A635C80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EF86-D3EB-63EA-54DA-DF15FFB2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0C2E-2C28-574C-0728-ED00B3BD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14C4-1A59-8BC2-75A7-8CEF83D3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745EA-2725-A22C-3333-D645E733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B633-F665-98DC-6D02-2A594F3A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4613-1BCA-51BD-E06B-7CA5D11D7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7BE7-033E-6B26-C90E-3DCE6A9E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C1B3-F0B5-7E24-802B-0E8D0106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2FE5C9-431F-1CC9-3E8B-A8C75A18B710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286D71-F9F6-D914-8F6D-C8BE6EEB178C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AC0604-BE80-24C5-BA3E-791A281CC1CF}"/>
              </a:ext>
            </a:extLst>
          </p:cNvPr>
          <p:cNvCxnSpPr>
            <a:cxnSpLocks/>
          </p:cNvCxnSpPr>
          <p:nvPr/>
        </p:nvCxnSpPr>
        <p:spPr>
          <a:xfrm>
            <a:off x="3512634" y="5542156"/>
            <a:ext cx="0" cy="892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95C75F-89A5-F0A5-81E1-6C5E20BB7A0F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8EBC92-1285-1326-2B85-F58DD28E0C65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4869E5-56EA-6608-BB17-3628C839ABB2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BACE9-311A-5A07-4057-8F3370608CF7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CC29068-9C15-F7FA-B667-5CE6D524C9DB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01976-1BC2-A8FE-EDA0-A57E105A465B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C0CEE1-5811-0E90-EF90-32D4AA453AE5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863C0-93ED-3FB8-54A6-AEF7EBB63106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A2F75E-D83F-E12B-6C6F-B04D82935137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0FA4BA-F5B1-6C2B-19B7-501662E17DF5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3B97A9-9CA5-4930-EFAF-8BAA8B81033A}"/>
              </a:ext>
            </a:extLst>
          </p:cNvPr>
          <p:cNvCxnSpPr/>
          <p:nvPr/>
        </p:nvCxnSpPr>
        <p:spPr>
          <a:xfrm flipH="1" flipV="1">
            <a:off x="2352905" y="3077737"/>
            <a:ext cx="3743095" cy="13381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8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Muhebullah Karimzada</dc:creator>
  <cp:lastModifiedBy>Muhebullah Karimzada</cp:lastModifiedBy>
  <cp:revision>9</cp:revision>
  <dcterms:created xsi:type="dcterms:W3CDTF">2024-07-01T19:19:39Z</dcterms:created>
  <dcterms:modified xsi:type="dcterms:W3CDTF">2024-10-29T05:21:07Z</dcterms:modified>
</cp:coreProperties>
</file>