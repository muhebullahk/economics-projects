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48"/>
  </p:normalViewPr>
  <p:slideViewPr>
    <p:cSldViewPr snapToGrid="0">
      <p:cViewPr varScale="1">
        <p:scale>
          <a:sx n="115" d="100"/>
          <a:sy n="115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C56A-5545-BA07-EFEF-2973B4EA9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4B50-47CF-C7C9-1A92-A23D7B9AD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3A56-341A-5D41-E615-80536455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67B30-162B-1080-7E9B-E9EAC21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8AF8-CFFE-44DC-24CC-6588B3EF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347A-94B7-8B14-EEF8-EC45C750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4CFA-AFA0-BA2A-7315-98B6515F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2DEB8-68E3-2AAE-C420-FD5EB947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42C1-7367-218B-267E-C73BE7F6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EDD7-3274-3598-8408-AB1BBCDF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7E4-DB85-D6C8-FB41-12975A5D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B995-41E7-96A8-0C70-3E0B57AF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C169-8B87-747D-153E-0929304B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AD56-026E-4E45-E374-5C8B5FF4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5327-B33A-8A95-6DD3-7FE85A9E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E578-CFC9-BAC9-52D8-5DCA0EED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9B3-2D15-135D-F594-F89FEC915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C7B64-9322-3EBA-14BF-7D9708D0A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3FB-379C-4AD6-AC7C-36FDA5E6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83E4-E384-E507-1D8B-C74A2A0F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36-5948-38F9-AC89-97652CCC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D1E9-845D-E53B-857F-E8B7350D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F6CE-7EF3-E231-9898-78AE74B9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E44B-9E66-7D65-7ACA-24D881736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3CA7-43DA-DBE1-AB3A-463C7452F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DADB3-50C3-E1ED-705D-3045964E8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CBE07-573A-23F2-B0FD-FE1DCEE8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59749-845C-A28B-02F9-32F3F3B8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84460-FDE7-1296-9A2D-BD8B1B7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0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FD56-E762-581F-0526-DCC93D44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02C2C-83B6-2BA8-08F1-49B27D9D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C071-1734-D3D6-5C0E-4359A823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A508-A656-7ADD-7CEF-E6C90DD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A0C5C-2B10-CF7E-C3B5-E47B1D5F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2EA1C-F8D3-9F2D-383E-F66D6A95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53D2D-A3DF-ED20-BB1F-9F269717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15E2-30AA-488A-1CC2-A5A5D31F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C7C3-EB4F-D72C-72D7-6E5DD054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34D6-2BD9-DC38-5CB9-2336E947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AFF2-516F-D0AA-C231-FDEBEC5D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85DB-B041-59C5-A201-604C4B58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9E5C-7DB7-1DE4-88A9-61B74CC0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0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75C7-D108-A40E-8A38-DC9B92E7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558CE-22C7-E70A-B1F1-9BD2DE2C2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97D1-61EF-F6D9-DB19-FE52340F7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A50B7-7334-569F-E074-D0FD011D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E60C2-68C8-61FE-CEC6-E578C74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88673-6969-ED02-4320-CE209249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1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9C25-3A9A-DCF7-0C1F-C7FE7D3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E0578-2DBA-2DBC-7EB1-340302C7F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7D40-8D1A-957E-C266-8421EE9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7896-A6AC-42F1-CFFB-282CF613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AE69-B5F5-FF1B-0B53-D74EC84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69692-5D1F-1737-C1D3-D97FE5037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73CA-A24D-F566-1B82-7A635C80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EF86-D3EB-63EA-54DA-DF15FFB2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0C2E-2C28-574C-0728-ED00B3BD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14C4-1A59-8BC2-75A7-8CEF83D3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745EA-2725-A22C-3333-D645E733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B633-F665-98DC-6D02-2A594F3A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4613-1BCA-51BD-E06B-7CA5D11D7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7BE7-033E-6B26-C90E-3DCE6A9E2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C1B3-F0B5-7E24-802B-0E8D0106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3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2FE5C9-431F-1CC9-3E8B-A8C75A18B710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286D71-F9F6-D914-8F6D-C8BE6EEB178C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AC0604-BE80-24C5-BA3E-791A281CC1CF}"/>
              </a:ext>
            </a:extLst>
          </p:cNvPr>
          <p:cNvCxnSpPr>
            <a:cxnSpLocks/>
          </p:cNvCxnSpPr>
          <p:nvPr/>
        </p:nvCxnSpPr>
        <p:spPr>
          <a:xfrm>
            <a:off x="3512634" y="5542156"/>
            <a:ext cx="0" cy="892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95C75F-89A5-F0A5-81E1-6C5E20BB7A0F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8EBC92-1285-1326-2B85-F58DD28E0C65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4869E5-56EA-6608-BB17-3628C839ABB2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FBACE9-311A-5A07-4057-8F3370608CF7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CC29068-9C15-F7FA-B667-5CE6D524C9DB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401976-1BC2-A8FE-EDA0-A57E105A465B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C0CEE1-5811-0E90-EF90-32D4AA453AE5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863C0-93ED-3FB8-54A6-AEF7EBB63106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A2F75E-D83F-E12B-6C6F-B04D82935137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0FA4BA-F5B1-6C2B-19B7-501662E17DF5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3B97A9-9CA5-4930-EFAF-8BAA8B81033A}"/>
              </a:ext>
            </a:extLst>
          </p:cNvPr>
          <p:cNvCxnSpPr/>
          <p:nvPr/>
        </p:nvCxnSpPr>
        <p:spPr>
          <a:xfrm flipH="1" flipV="1">
            <a:off x="2352905" y="3077737"/>
            <a:ext cx="3743095" cy="13381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8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C875-AAC7-7429-7E0B-1057FF67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0BA9D3-F260-CA32-9CAE-11C2F5E4FCE4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D3E807-04D2-260C-0B93-FD8447AF2A2D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78523B-1E6A-4137-0BAF-DF66D3296B30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F4FE5-0F34-33F3-A86D-E970EFD5678C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1234B1-2E23-3CDC-2CD2-83A5EDC17F5F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1C39B9D-D879-7598-375A-FAA41C1D433E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5C29E1F-1059-9AF1-2FA5-B563BE9ACAE5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7B9F02-7633-7ECD-210F-EF7F804736CD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7B620D-B5EB-29FA-5571-0F563BF0DAE0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948AF1-6725-AFEE-9726-1503F08DE3AE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781358-444F-EABB-0E98-F1AD9F7B8879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AA0487-BD79-AE0F-0E23-044B10DB5EEB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CCF57D-EC8A-FB07-3E67-CF322E7FFB65}"/>
              </a:ext>
            </a:extLst>
          </p:cNvPr>
          <p:cNvCxnSpPr/>
          <p:nvPr/>
        </p:nvCxnSpPr>
        <p:spPr>
          <a:xfrm flipV="1">
            <a:off x="2352905" y="1331228"/>
            <a:ext cx="4538546" cy="29773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BD1D06-195E-764D-C83E-6BBF8ECA9A58}"/>
              </a:ext>
            </a:extLst>
          </p:cNvPr>
          <p:cNvSpPr txBox="1"/>
          <p:nvPr/>
        </p:nvSpPr>
        <p:spPr>
          <a:xfrm>
            <a:off x="6884017" y="1189166"/>
            <a:ext cx="276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Marginal private cost + tax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D8F42-54CC-17D7-683D-8EB3011DA3DB}"/>
              </a:ext>
            </a:extLst>
          </p:cNvPr>
          <p:cNvCxnSpPr/>
          <p:nvPr/>
        </p:nvCxnSpPr>
        <p:spPr>
          <a:xfrm>
            <a:off x="4728117" y="2792038"/>
            <a:ext cx="0" cy="2822601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E67F21-4D23-213E-3490-A46D0F80294E}"/>
              </a:ext>
            </a:extLst>
          </p:cNvPr>
          <p:cNvSpPr txBox="1"/>
          <p:nvPr/>
        </p:nvSpPr>
        <p:spPr>
          <a:xfrm>
            <a:off x="3947527" y="5614639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New output</a:t>
            </a:r>
          </a:p>
        </p:txBody>
      </p:sp>
    </p:spTree>
    <p:extLst>
      <p:ext uri="{BB962C8B-B14F-4D97-AF65-F5344CB8AC3E}">
        <p14:creationId xmlns:p14="http://schemas.microsoft.com/office/powerpoint/2010/main" val="177549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DC13-427D-6127-AF79-FFD63319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3ED38F-676D-00F6-24F7-EE3862E5D27D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AE92A6-EC4E-19F4-04B9-F77490FD3D4D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0897AF-E1ED-E8CD-9915-632817044693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07534E-0EA7-9CA2-4E8D-5B969F5A1282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BB6875-6DD0-0F47-B018-F9BEBA80C7D6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22553A0-4B26-A908-A4BF-F227CFF75792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74A70FE-7B5A-6388-860D-463139AB3CA5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88AC3C-BB68-D8FD-EEA8-49E61F1D9D7A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A40639-621E-9C3B-6C14-B1F7B5185926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E07AE-D7EF-770E-0B5B-CF047BEDA018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E9D8AC-301E-6AA3-C919-2A406E3A49C8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25067A-8935-84CB-92EC-ACD01C426896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76F4A8-FAFE-1EC8-7602-BE4D4E06E834}"/>
              </a:ext>
            </a:extLst>
          </p:cNvPr>
          <p:cNvCxnSpPr/>
          <p:nvPr/>
        </p:nvCxnSpPr>
        <p:spPr>
          <a:xfrm flipV="1">
            <a:off x="2352905" y="1331228"/>
            <a:ext cx="4538546" cy="29773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FA84D0-57E1-DF1D-2C5B-2C790CF416CE}"/>
              </a:ext>
            </a:extLst>
          </p:cNvPr>
          <p:cNvSpPr txBox="1"/>
          <p:nvPr/>
        </p:nvSpPr>
        <p:spPr>
          <a:xfrm>
            <a:off x="6884017" y="1189166"/>
            <a:ext cx="276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Marginal private cost + tax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27FC3B-99FB-DB61-83A8-36A27A6ADF0D}"/>
              </a:ext>
            </a:extLst>
          </p:cNvPr>
          <p:cNvCxnSpPr/>
          <p:nvPr/>
        </p:nvCxnSpPr>
        <p:spPr>
          <a:xfrm>
            <a:off x="4728117" y="2792038"/>
            <a:ext cx="0" cy="2822601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DACACA-AA47-2226-2308-953DA0D23A62}"/>
              </a:ext>
            </a:extLst>
          </p:cNvPr>
          <p:cNvSpPr txBox="1"/>
          <p:nvPr/>
        </p:nvSpPr>
        <p:spPr>
          <a:xfrm>
            <a:off x="3947527" y="5614639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New output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9001C4E9-60F0-C8AB-79CC-4755810D07A2}"/>
              </a:ext>
            </a:extLst>
          </p:cNvPr>
          <p:cNvSpPr/>
          <p:nvPr/>
        </p:nvSpPr>
        <p:spPr>
          <a:xfrm>
            <a:off x="1934740" y="4325336"/>
            <a:ext cx="367988" cy="1306030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AC2A9-15A0-8FA4-F1D0-8E671993C2AA}"/>
              </a:ext>
            </a:extLst>
          </p:cNvPr>
          <p:cNvSpPr txBox="1"/>
          <p:nvPr/>
        </p:nvSpPr>
        <p:spPr>
          <a:xfrm>
            <a:off x="1204731" y="4793685"/>
            <a:ext cx="8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Taxes</a:t>
            </a:r>
          </a:p>
        </p:txBody>
      </p:sp>
    </p:spTree>
    <p:extLst>
      <p:ext uri="{BB962C8B-B14F-4D97-AF65-F5344CB8AC3E}">
        <p14:creationId xmlns:p14="http://schemas.microsoft.com/office/powerpoint/2010/main" val="235344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54</Words>
  <Application>Microsoft Macintosh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Muhebullah Karimzada</dc:creator>
  <cp:lastModifiedBy>Muhebullah Karimzada</cp:lastModifiedBy>
  <cp:revision>8</cp:revision>
  <dcterms:created xsi:type="dcterms:W3CDTF">2024-07-01T19:19:39Z</dcterms:created>
  <dcterms:modified xsi:type="dcterms:W3CDTF">2024-10-29T05:20:36Z</dcterms:modified>
</cp:coreProperties>
</file>