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6"/>
    <p:restoredTop sz="94648"/>
  </p:normalViewPr>
  <p:slideViewPr>
    <p:cSldViewPr snapToGrid="0">
      <p:cViewPr varScale="1">
        <p:scale>
          <a:sx n="115" d="100"/>
          <a:sy n="115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9T05:35:31.2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1932 4661,'46'-32,"27"-21,0 0,-5 5,-1 0,-1 1,-2 1,-1 1,5-4,-2 2,-2 1,-2 3,7-5,-2 2,-4 4,13-5,-6 5,-17 11,-5 5,19-7,-31 19,-23 10,-69 3,11 1,-46 0,44 0,15 0,13 0,12-2,85-34,15 2,-4 2,10-2,-5 6,0 2,0 0,-1 1,-4 2,-1 0,-9 1,-3 1,-12 2,-2 1,-7 0,-3 1,31-15,-13 2,-6 2,-6 0,-11 6,-12 3,-10 4,-7 3,-1 0,-1 3,-2 1,0 0,1-10,4-16,-9 15,2-2,-4 62,-3-27,6 24,8-50,11-8,17-15,9-2,8-4,7 4,12-3,-37 19,1 1,1-1,2-1,-1 1,0 0,2 1,-1 1,-1 2,1 1,1 1,0 2,1 1,0 1,-1 2,-1 0,40-5,-12 7,-16 4,-8 15,-4 16,-5 16,-7 16,-8 1,-10-9,-10-11,0-23,22-8,21-10,-6 1,7 2,26 6,8 3,-20 0,2 2,2 1,8 4,1 1,-2 2,-5 0,-1 2,-5 0,13 6,-9 1,-20-7,-6-1,10 8,-22-13,-6-8,1-6,4-3,5-1,4-2,-2-4,-3-2,-8-3,-7 3,-9 3,2-1,-4-1,6-4,-1-4,-3 4,0-2,-3 4,4-6,-6 6,5-7,-8 4,-35 9,4 4,-30 15,15 2,1 1,3-1,2 1,6 1,0 4,-3 3,1 2,-1 3,3-3,2 0,-1 0,0 1,-4-1,0 0,1-4,6-1,10-10,3 0,1-5,2 0,-6 3,31-53,20-10,-9 8,3-3,4 2,2 1,2-3,1 0,1-2,1 0,6-7,0 1,-4 4,0 1,-3 1,-1 2,-4 3,-1 0,-3 3,-1 1,24-31,-11 12,-10 9,-6 5,-6 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9T05:35:19.3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1932 4683,'75'-39,"-30"17,1 0,1 1,0 1,3 0,0 2,35-9,-20 11,-22 11,-13 2,-8 3,-12 2,-2 19,-10 3,-4 19,-8-2,-8 3,-4 1,-4 0,0-3,1-3,2-3,2-2,3-4,2-3,2-4,2-1,1 1,2 0,0 0,1 1,1-2,1 0,1-4,1-2,-2 1,1-1,0 0,0 1,3-2,0-1,1 1,2 5,0-2,3 6,0-3,0 1,0 2,0 1,0 3,0 3,0 5,0 3,0 5,0 3,0-1,0 1,-2-5,-1-7,-3-5,-2-4,-1-2,1-3,-1 0,1-2,-1 2,1 0,-1 1,4-3,-2-5,5 2,-1-5,-1 6,43-26,-32 10,34-24,-41 16,0-2,-4-14,1 10,-3-9,4 64,1-21,1 39,0-42,-1 2,-3-4,-1 4,0-2,3 0,2-2,0 1,0-1,0 1,0-3,0 6,0-7,0 4,0-2,0-2,0 11,0-9,0 4,0-5,0 1,0 1,0 5,-2 3,-2 3,-1 2,-3-1,1 1,0-2,2-1,0-2,0-1,0 3,1 1,1 0,0-4,1-4,0-2,2-1,0 0,0 0,0 1,0 2,0-5,0 6,0-7,0 5,34-42,7-9,30-36,-34 31,2-1,10-13,4-4,-8 9,2-2,2-4,12-14,2-4,3-3,-12 12,2-2,0-1,0-1,2-3,0 0,0-1,-1 1,-2 0,0-1,-2 1,0 2,-6 4,0 1,-2 1,-1 2,8-14,-3 3,0 1,-6 6,-1 1,1 2,-3 3,1 2,-1 1,18-22,-1 1,0 5,-1 2,-2 1,-1 1,-3 4,-2 1,0 2,-2 1,-4 5,-1 1,-5 7,-2 1,24-32,-12 15,-13 15,-7 10,-9 11,-5 9,-8 8,-46 11,-13 14,3-4,-5 4,-4 6,-1 4,-13 5,-3 2,-8 4,-5 3,21-8,-3 0,-2 1,-8 4,-2 1,-1 1,-2 1,-1 1,0 0,2 0,1 0,2 0,10-5,2 1,3-2,-14 11,6-1,12-7,5-2,15-7,3-2,-23 19,13-6,4 2,-3 6,-2 7,2-2,10-7,10-12,12-12,6-7,5-3,74-38,-13 22,0-13,1 1,9 15,-11 0,-11 3,3 6,1 5,5 2,7-1,2-3,-2-4,-7-3,-6-3,-8-2,0-7,2-13,5-17,7-17,3-11,0-4,-6 1,-8 7,-9 11,-10 14,-8 13,-5 10,2 2,3 0,12-7,2-1,1 1,-3 7,-7 4,-14 38,-25 38,-15 11,-6 5,11-26,-4 0,-8 6,-6 6,-1-6,-8-2,-2-4,12-10,-3 1,0-2,-20 18,3-5,16-18,4-4,-22 15,21-20,10-10,4-2,6-2,9-6,9-4,48-33,-9 7,34-19,-28 16,5 0,3-4,8-9,2-4,1-6,5-9,13-17,-30 26,3-3,6-9,1-2,4-5,0-1,2-2,-1 0,-1 0,0 1,-3 5,-1 3,-4 7,-1 4,-7 8,-2 3,20-12,-16 16,-6 7,-1 2,2-2,7-4,6-8,13-11,14-13,-29 18,1-2,6-5,2-2,4-5,1 0,0 0,1 1,-2 3,1 2,-1 3,1 3,-2 4,-1 3,-1 4,0 1,-4 5,-1 1,-1 0,-1 0,1 0,1-2,1-2,0-1,3-1,0-1,-2 2,-2 0,-4 2,-2 1,35-14,-17 7,-4 4,-7 4,-7-1,-6 3,-8 1,-6 0,-5 3,-4 0,-6 5,-2 2,-5-4,-1-1,-2 0,0 1,23-11,40-29,-19 19,6-3,-1 1,5-2,2-2,10-8,4-2,2-2,-13 11,1-1,0-1,2-1,3-2,1-1,0 0,-1 1,11-9,-1 1,-3 3,-9 6,-2 2,-2 2,11-10,-4 3,-8 9,-4 3,-14 8,0 1,2-3,0 1,26-22,11-6,-18 16,-14 12,-17 11,-7 4,-3 0,1 2,0 3,-3 1,-10 7,-36 35,4-6,-28 31,23-22,4-5,7-5,7-6,6-7,-4 14,0-1,-4 14,-1-1,1-1,1 0,0 1,-1 6,-2 6,-3 11,-1 4,1-1,4-6,2-9,5-5,2-5,1-3,1-4,1-5,0-2,2-3,0-3,0-3,0 1,0 4,0 2,0 12,0 3,0 10,0 6,0 0,0-1,0-6,0-10,1-11,3-12,20-28,-4-13,18-25,-7-7,-9 14,4-6,-11 21,4-4,-2 7,-3 6,-3 2,-2 2,-5 1,0 0,0 3,1-5,-1 4,0-4,0 1,-2-4,0 10,0-7,-2 5,0 0,0-7,0 7,0-2,0 0,0 2,-23 62,5-4,-12 48,13-27,5-3,4-9,-4 8,7-27,-1 0,3-18,-1 3,2 1,-3 5,-3 5,0 1,0-1,0-2,4-3,-1 1,0 3,2 3,-2 6,3 2,0-3,1-4,1-10,0-8,0-2,18-4,-3-8,15-6,-10-15,2-12,-2-9,2-12,-3-8,-3-4,-2-1,-2 4,-4 9,-3 7,-3 10,-2 8,0 11,-11 75,2-11,-7 52,4-34,-2-5,-1-4,-1 3,-1-12,4-11,0-6,6-16,1 0,2-2,-3-1,-6 7,1-3,0-1,1-1,3-2,-5 0,1-4,-3 3,1-6,-3 6,-2-3,1 2,2-2,4-2,-7 2,3 2,-11 2,5-1,1 2,2-1,0 1,0 2,-3-1,-1 2,1-1,-4 0,0-2,-4-4,-1-4,2-3,4-1,7-8,7-24,9-36,8 19,3-3,6-9,4-2,4-2,3 2,3 1,1 3,-2 2,0 2,-4 6,0 3,18-36,-6 13,-5 6,-4 8,-6 10,-7 9,-5 9,-6 6,-3-2,0-1,0-2,0-2,0 12,-1 2,-39 13,-6 10,-3 5,-6 4,-6 8,-2 5,-16 11,-4 4,20-11,0 2,-1 1,-2 1,-1 0,1 1,5-2,0-1,0 0,-24 15,1-2,11-6,1-3,6-4,2-2,6-4,1-1,10-6,2-1,-34 16,17-9,7-6,10-4,10-2,9 0,10-4,3 4,-41 58,24-34,-4 5,-3 2,-5 6,-3 2,-8 7,-4 2,-2-1,-4 1,-2-1,-2 0,-5 4,-2-1,0-3,8-10,1-3,2-3,-15 7,5-5,14-11,3-3,13-8,4-1,-26 18,3 3,-10 14,32-27,-1 1,-5 8,-1 1,-3 3,-1 0,1-1,-1-1,4-2,0-2,6-8,1-4,-24 18,14-16,6-8,7-3,2-2,5-4,6-7,8-4,40-48,25-6,16-9,2-1,7-5,7-3,-20 18,3-2,4 0,1-1,1 0,7-4,2 0,2 0,0 0,-1 1,-1 1,1 1,-1 1,-1 1,-1 1,-6 5,-1 0,-2 2,0 1,0 1,7-3,0 1,-2 2,-2 2,9-5,-2 2,-3 2,-10 7,-3 2,0 0,24-13,-4 2,-16 6,-2 2,-4 2,-2 0,-2 1,-1 1,-3 1,-1 1,0 1,-2 1,-2 3,-1 0,37-15,-13 8,-14 7,-8 4,-4 2,-1 1,-1 0,-2 1,-4 1,-7 5,-7 5,-11 2,-53 13,10 3,-42 11,12 9,20-9,-3 4,-9 7,-1 5,-7 7,0 3,0 3,3 1,5-2,2 1,5-3,2-1,4-1,2-1,0 1,1 0,1 1,0 0,-1 4,1 1,-2 2,1-1,1 0,-1-2,0-2,0-1,3-7,-1-3,-29 26,4-15,9-13,1-7,4-4,1-2,-4 1,-4-1,-4 2,-6 1,-1 0,3 0,-2-3,-1 1,-4-1,0-3,2 0,7-3,5-1,7-2,6-1,5-2,9-2,6-2,8-4,38-37,21-18,1 6,6-3,-3-1,4-5,1 4,22-15,1 5,-4 7,-2 4,-6 7,1 2,5-3,0 2,-8 7,-2 0,-3 2,-1 0,-5 3,-2 1,-6 1,-1 1,34-20,-10 4,-10 7,-12 9,-12 9,-12 8,-7 5,0-11,-3-2,5-12,0 1,2 0,1 4,-2 8,-4 5,-6-3,2 3,18-8,16 3,49-10,-32 6,4-2,8-2,1-1,3-1,-2 0,-18 7,-5 1,21-6,-34 13,-17 4,-4-1,4-1,1-2,-1-1,0 4,-7-1,0 4,2-6,-4 4,6-3,-5 2,5-1,7-3,8-7,3 1,-1-2,-9 3,-7 6,-7 2,3 1,-46 48,3-9,-33 34,6-19,-3-2,-3 1,-8 6,7-5,7-5,8-5,7-5,5-5,5-6,3-2,3-3,3 0,1 0,-1-1,0-1,-1 0,1-1,2 0,4-1,4-4,-3 2,1 0,-6 4,-3-1,3-1,2-1,2-1,-2 2,-2 1,1 0,0 3,2-1,-1-1,3-3,2-3,-9-26,2 21,-5-19,2 31,12-9,-8 9,6-10,-16 10,-3-1,-8 3,3 0,3 0,4-1,0 1,-5 0,-4 0,0 2,2 1,3-1,4-1,-1-1,0-1,-1 1,-2 2,-3 2,-4 2,1-2,2-2,5 0,-2 3,-6 5,-12 7,-7 6,-9 6,0 3,2 1,3-2,6-4,6-5,8-7,10-8,9-6,10-8,6-3,-6 2,3-3,-6 4,1-4,6-1,-9 5,7-3,-13 6,4-2,-3 2,2 0,3-1,8-8,-1 10,1-8,-10 4,-18 2,-2 0,-9 7,2 3,4-1,-2 0,6-2,0 0,1 1,-3 2,-5 2,-4 1,-10 6,-15 7,-9 5,40-20,-1-1,-41 21,7-4,3 0,5-1,6 2,7-4,8-3,7-4,3-1,-1 0,-1 0,1 0,-3 0,1-2,1-1,4-3,3-3,6-2,5-1,4-2,6-1,2-3,2-1,33-54,14 7,9-3,14-25,10-4,-5 13,7 0,4-2,-10 7,3-1,1-1,2 0,7-4,2 0,2 0,0 0,-13 8,1 0,0 1,0 0,-2 1,10-5,-1 1,-2 2,-3 2,12-6,-4 2,-5 5,6-4,-7 6,-19 12,-7 5,10-3,-24 16,-11 6,-5 4,-1 2,1 0,-2 2,1 0,3-3,-8 2,7-3,-6 2,9 0,4-1,0 1,-4 3,-8 6,-11 19,-20 25,-25 25,9-29,-5 1,-5 2,-3 0,-2-1,-2-2,1-1,1-3,5-6,1-1,-34 26,15-13,6-7,4-6,1-6,3-2,3-5,3-3,1-2,1 1,0-2,4-3,8-3,5-2,3 1,-5 2,-8 4,-5 2,-3 0,2 0,2 0,2 0,3 0,1-1,1 1,0-1,0 1,2-1,-1 3,3-1,3 1,4-3,6-5,4-3,-8 4,3-5,-8 7,10-10,-11-19,5 17,-13-10,2 29,-10 8,-5 3,-8 8,-3 1,0 0,-3 0,0-2,-2-1,-1-1,1-1,-1-2,1-3,-1 0,2-2,4-4,6-3,7-3,11-4,5-1,5-2,-1-2,-3 1,1-2,1 2,4-2,-1-1,-1-1,1 1,1 1,7-4,-5 7,4-7,-9 7,10-7,-4 2,36-71,15 9,-8 3,3-1,31-23,-7 9,-14 9,-3 2,-14 13,-7 5,-6 2,-2 2,-2 1,-3 3,-2 1,-2 2,0 2,0 3,0 5,-13 6,-11 5,-13 4,-11 7,-13 14,-12 17,29-13,-1 2,1 2,0 0,-34 23,12-6,10-6,9-7,6-6,8-9,8-7,6-6,10-18,4-11,21-29,19-14,18-5,12 5,-2 14,-2 10,0 3,-6 8,-8 4,-11 11,-13 8,-6 3,-5 2,4-10,12-16,19-16,20-18,-29 28,0-1,3-4,0 0,0-2,2-2,4-3,2-1,5-4,3-1,9-4,3-1,-18 17,2 0,0 1,1 0,1 1,-1 1,1 1,1 1,-1 1,19-14,-3 2,-9 9,-3 1,-8 6,-4 2,26-19,-9 8,-3 3,6-5,1 0,-6 3,-8 3,-5 5,1-1,5-3,1-1,-5 1,-8 5,-7 4,-1 6,-4 4,-3 7,-7 5,-84 25,-56 19,45-11,-8 4,-8 5,-4 2,-5 1,24-9,-5 1,-3 2,-2 0,-3 2,-1 0,0 1,0 1,0 0,2 0,-1 1,-2 1,0 0,0 2,-1-1,1 1,-1 1,1-1,1 0,0 1,-1 0,0 1,0 0,0 0,1 0,1 0,1-1,70-33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9T05:35:31.2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8437 516,'-10'4,"-16"6,-6 7,-23 15,-28 20,25-14,-4 4,-11 8,-1 3,-2 3,0 1,1 1,1 2,4-1,3-1,5-4,1-1,5-5,2-1,8-8,2-2,-30 20,13-8,5-3,3-5,-2 4,-11 5,24-19,-2 2,-7 4,-2 1,-4 3,-1 1,-4 2,-1 0,-1 1,-1-1,-1 1,0-2,-1 0,1-1,2-2,1-1,6-4,2-1,4-4,3-1,-33 18,20-12,14-8,12-6,9-5,8-5,8-5,42-30,7-3,26-19,-8 9,-7 3,-9 9,-5 3,-11 10,-15 7,-43 21,-28 14,2 3,-10 4,-5 4,9-8,-5 3,-3 2,-3 0,1 2,3-1,-2 0,-1 2,-1 1,0 0,0 0,-3 1,-1 1,0 0,0 1,1-1,1 0,-11 5,0 1,2-1,1 0,1-1,10-4,1-1,1 0,2-2,3 0,-4 1,3-1,2-1,2-2,-5 3,3-2,4-2,-12 9,5-3,10-6,3-1,6-3,2-2,-15 13,-11 6,21-13,-13 10,3-1,2 1,7-7,1-3,1-3,-3 1,51-33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9T05:35:31.2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8406 18,'-43'22,"-28"17,28-15,-1 3,-6 3,0 0,-3 3,2 0,3-3,2-1,-33 22,16-8,10-9,2 0,-10 5,-12 10,31-18,-2 2,-2 3,1 2,-1 1,2 2,1-1,3 0,5-3,2 0,-22 32,11-8,3-3,-3 2,-5 2,-6 6,-6 4,-2-1,-2 1,0-4,1-4,4-3,7-7,4-7,6-7,0-6,7-4,7-6,7-3,9-9,5-1,38-40,25-22,13-3,11-6,-18 12,5-4,4-2,1 1,6-3,3 0,1 1,-1 1,-5 4,0 1,-1 1,0 1,-7 4,-1 2,-1 0,-2 3,6-3,-2 2,-3 3,12-7,-4 5,-9 5,-4 1,-11 7,-2 0,32-16,-8 3,-4 2,-2 3,-7 3,-43 24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29T05:35:31.2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2076 4138,'63'-31,"0"1,-13 1,1-2,5-4,-19 10,23-15,-30 22,33-21,-14 11,15-7,2 0,3-1,3-3,-3 1,-7 0,-11 6,-13 6,-9 4,-3 3,0-1,1 0,-3-1,0 1,-2 1,-1 0,0 2,-2 1,2-1,-1 0,2-2,6-3,4-3,8-1,5-2,0-1,0 1,-4 1,-5 4,-5 3,-6 5,-5 5,-9 4,5-5,-6 5,7-8,-5 7,3-4,-3 5,1-4,5 2,-3-1,13-3,-4 0,3 0,-3 4,-10 2,0-1,-4-4,5-7,6-4,5-4,5-1,4 0,5 0,4-3,4 2,-3 2,-5 3,-8 6,-7 1,-3 2,0-3,5-2,1-4,3-3,4-2,2-3,2-2,0 2,-1 1,-4 4,-3 0,0 1,1 0,5-2,7 0,3-1,2-1,-5 1,-7 3,-8 5,-6 3,-5 5,-1 0,-1 0,3 1,-8 4,2-4,22 1,1-11,24 0,0-8,-3 2,-10 6,-2 0,-18 8,6-4,-4 0,-5 2,-2 0,-6 1,3-1,0-1,0 1,-1 3,-2 0,-6 8,6-5,-5 4,5-3,-1-1,0-1,0 1,2-2,-1 0,1-2,1-3,8-9,7-2,7-5,1 1,-4 4,-3 3,-6 7,-5 1,0 3,-1 0,3-3,2-2,0-2,-2 2,-5 3,-6 6,-3 3,4-5,-6 4,17-9,0 0,13-3,7-7,-3 1,1-1,-8 3,-1 1,3-5,6-5,8-4,3-1,-3 5,-10 6,-10 5,-6 4,0-3,5 0,3 0,0 0,-5 5,-6 2,-4 1,2 1,7-3,10-4,7-2,0-1,-1 1,-9 2,-7 2,-6 4,-6 5,-4 1,11-12,1 0,8-11,-4 8,-4 3,-5 6,2 1,0 1,4-2,1 0,-2 1,-1 5,-11 2,11 4,-13 0,10 0,-1 0,-7 0,15 0,-18 0,10 0,-3-1,-2-4,8-6,-5-4,2-3,1-1,-1 4,0 0,2 1,0 0,0 1,-3 0,-1 2,-1 0,-15 10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8C56A-5545-BA07-EFEF-2973B4EA9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04B50-47CF-C7C9-1A92-A23D7B9AD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23A56-341A-5D41-E615-80536455B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67B30-162B-1080-7E9B-E9EAC21BC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A8AF8-CFFE-44DC-24CC-6588B3EFE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5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C347A-94B7-8B14-EEF8-EC45C750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94CFA-AFA0-BA2A-7315-98B6515F5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2DEB8-68E3-2AAE-C420-FD5EB947F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C42C1-7367-218B-267E-C73BE7F6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FEDD7-3274-3598-8408-AB1BBCDF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6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77E4-DB85-D6C8-FB41-12975A5DB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1B995-41E7-96A8-0C70-3E0B57AF2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5C169-8B87-747D-153E-0929304B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AAD56-026E-4E45-E374-5C8B5FF4B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E5327-B33A-8A95-6DD3-7FE85A9E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8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8E578-CFC9-BAC9-52D8-5DCA0EEDB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E29B3-2D15-135D-F594-F89FEC9157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BC7B64-9322-3EBA-14BF-7D9708D0A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693FB-379C-4AD6-AC7C-36FDA5E60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D83E4-E384-E507-1D8B-C74A2A0F4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ABE36-5948-38F9-AC89-97652CCC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2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D1E9-845D-E53B-857F-E8B7350D3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CF6CE-7EF3-E231-9898-78AE74B9B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9E44B-9E66-7D65-7ACA-24D881736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D93CA7-43DA-DBE1-AB3A-463C7452F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ADADB3-50C3-E1ED-705D-3045964E88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CBE07-573A-23F2-B0FD-FE1DCEE8B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F59749-845C-A28B-02F9-32F3F3B89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284460-FDE7-1296-9A2D-BD8B1B7D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0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CFD56-E762-581F-0526-DCC93D44D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02C2C-83B6-2BA8-08F1-49B27D9DF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EC071-1734-D3D6-5C0E-4359A823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63A508-A656-7ADD-7CEF-E6C90DDF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45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A0C5C-2B10-CF7E-C3B5-E47B1D5F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92EA1C-F8D3-9F2D-383E-F66D6A95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53D2D-A3DF-ED20-BB1F-9F269717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99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D15E2-30AA-488A-1CC2-A5A5D31F7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FC7C3-EB4F-D72C-72D7-6E5DD0541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D34D6-2BD9-DC38-5CB9-2336E9478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BAFF2-516F-D0AA-C231-FDEBEC5D1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385DB-B041-59C5-A201-604C4B58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39E5C-7DB7-1DE4-88A9-61B74CC06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08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75C7-D108-A40E-8A38-DC9B92E72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3558CE-22C7-E70A-B1F1-9BD2DE2C2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F97D1-61EF-F6D9-DB19-FE52340F7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A50B7-7334-569F-E074-D0FD011D7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E60C2-68C8-61FE-CEC6-E578C74C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88673-6969-ED02-4320-CE209249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31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9C25-3A9A-DCF7-0C1F-C7FE7D35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E0578-2DBA-2DBC-7EB1-340302C7F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C7D40-8D1A-957E-C266-8421EE94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27896-A6AC-42F1-CFFB-282CF6139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FAE69-B5F5-FF1B-0B53-D74EC84C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9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A69692-5D1F-1737-C1D3-D97FE5037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773CA-A24D-F566-1B82-7A635C805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0EF86-D3EB-63EA-54DA-DF15FFB2E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F0C2E-2C28-574C-0728-ED00B3BD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A14C4-1A59-8BC2-75A7-8CEF83D3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8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9745EA-2725-A22C-3333-D645E733F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4B633-F665-98DC-6D02-2A594F3A0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84613-1BCA-51BD-E06B-7CA5D11D7C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C7BE7-033E-6B26-C90E-3DCE6A9E2F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5C1B3-F0B5-7E24-802B-0E8D01063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233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7DC13-427D-6127-AF79-FFD63319A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3ED38F-676D-00F6-24F7-EE3862E5D27D}"/>
              </a:ext>
            </a:extLst>
          </p:cNvPr>
          <p:cNvCxnSpPr/>
          <p:nvPr/>
        </p:nvCxnSpPr>
        <p:spPr>
          <a:xfrm>
            <a:off x="2352907" y="1182029"/>
            <a:ext cx="0" cy="44493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AE92A6-EC4E-19F4-04B9-F77490FD3D4D}"/>
              </a:ext>
            </a:extLst>
          </p:cNvPr>
          <p:cNvCxnSpPr/>
          <p:nvPr/>
        </p:nvCxnSpPr>
        <p:spPr>
          <a:xfrm>
            <a:off x="2352907" y="5631366"/>
            <a:ext cx="57763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80897AF-E1ED-E8CD-9915-632817044693}"/>
              </a:ext>
            </a:extLst>
          </p:cNvPr>
          <p:cNvCxnSpPr>
            <a:cxnSpLocks/>
          </p:cNvCxnSpPr>
          <p:nvPr/>
        </p:nvCxnSpPr>
        <p:spPr>
          <a:xfrm flipV="1">
            <a:off x="2352905" y="2308302"/>
            <a:ext cx="5157437" cy="3306337"/>
          </a:xfrm>
          <a:prstGeom prst="line">
            <a:avLst/>
          </a:prstGeom>
          <a:ln w="381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307534E-0EA7-9CA2-4E8D-5B969F5A1282}"/>
              </a:ext>
            </a:extLst>
          </p:cNvPr>
          <p:cNvCxnSpPr>
            <a:cxnSpLocks/>
          </p:cNvCxnSpPr>
          <p:nvPr/>
        </p:nvCxnSpPr>
        <p:spPr>
          <a:xfrm flipV="1">
            <a:off x="2364059" y="964581"/>
            <a:ext cx="3819290" cy="4650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CBB6875-6DD0-0F47-B018-F9BEBA80C7D6}"/>
              </a:ext>
            </a:extLst>
          </p:cNvPr>
          <p:cNvCxnSpPr>
            <a:cxnSpLocks/>
          </p:cNvCxnSpPr>
          <p:nvPr/>
        </p:nvCxnSpPr>
        <p:spPr>
          <a:xfrm>
            <a:off x="2698595" y="2096429"/>
            <a:ext cx="5307981" cy="1773044"/>
          </a:xfrm>
          <a:prstGeom prst="line">
            <a:avLst/>
          </a:prstGeom>
          <a:ln w="381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22553A0-4B26-A908-A4BF-F227CFF75792}"/>
              </a:ext>
            </a:extLst>
          </p:cNvPr>
          <p:cNvCxnSpPr>
            <a:cxnSpLocks/>
          </p:cNvCxnSpPr>
          <p:nvPr/>
        </p:nvCxnSpPr>
        <p:spPr>
          <a:xfrm flipH="1">
            <a:off x="6038385" y="3211551"/>
            <a:ext cx="57615" cy="243096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74A70FE-7B5A-6388-860D-463139AB3CA5}"/>
              </a:ext>
            </a:extLst>
          </p:cNvPr>
          <p:cNvSpPr txBox="1"/>
          <p:nvPr/>
        </p:nvSpPr>
        <p:spPr>
          <a:xfrm>
            <a:off x="5352584" y="5631366"/>
            <a:ext cx="1661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Original output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88AC3C-BB68-D8FD-EEA8-49E61F1D9D7A}"/>
              </a:ext>
            </a:extLst>
          </p:cNvPr>
          <p:cNvSpPr txBox="1"/>
          <p:nvPr/>
        </p:nvSpPr>
        <p:spPr>
          <a:xfrm>
            <a:off x="8084634" y="5446700"/>
            <a:ext cx="1204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A40639-621E-9C3B-6C14-B1F7B5185926}"/>
              </a:ext>
            </a:extLst>
          </p:cNvPr>
          <p:cNvSpPr txBox="1"/>
          <p:nvPr/>
        </p:nvSpPr>
        <p:spPr>
          <a:xfrm>
            <a:off x="1662331" y="890756"/>
            <a:ext cx="690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CE07AE-D7EF-770E-0B5B-CF047BEDA018}"/>
              </a:ext>
            </a:extLst>
          </p:cNvPr>
          <p:cNvSpPr txBox="1"/>
          <p:nvPr/>
        </p:nvSpPr>
        <p:spPr>
          <a:xfrm>
            <a:off x="6120160" y="706090"/>
            <a:ext cx="2375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social costs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E9D8AC-301E-6AA3-C919-2A406E3A49C8}"/>
              </a:ext>
            </a:extLst>
          </p:cNvPr>
          <p:cNvSpPr txBox="1"/>
          <p:nvPr/>
        </p:nvSpPr>
        <p:spPr>
          <a:xfrm>
            <a:off x="7510342" y="2096429"/>
            <a:ext cx="2249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private cost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B25067A-8935-84CB-92EC-ACD01C426896}"/>
              </a:ext>
            </a:extLst>
          </p:cNvPr>
          <p:cNvSpPr txBox="1"/>
          <p:nvPr/>
        </p:nvSpPr>
        <p:spPr>
          <a:xfrm>
            <a:off x="8129239" y="3724507"/>
            <a:ext cx="2107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social Benefit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476F4A8-FAFE-1EC8-7602-BE4D4E06E834}"/>
              </a:ext>
            </a:extLst>
          </p:cNvPr>
          <p:cNvCxnSpPr/>
          <p:nvPr/>
        </p:nvCxnSpPr>
        <p:spPr>
          <a:xfrm flipV="1">
            <a:off x="2352905" y="1331228"/>
            <a:ext cx="4538546" cy="29773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2FA84D0-57E1-DF1D-2C5B-2C790CF416CE}"/>
              </a:ext>
            </a:extLst>
          </p:cNvPr>
          <p:cNvSpPr txBox="1"/>
          <p:nvPr/>
        </p:nvSpPr>
        <p:spPr>
          <a:xfrm>
            <a:off x="6884017" y="1189166"/>
            <a:ext cx="2765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Marginal private cost + tax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F27FC3B-99FB-DB61-83A8-36A27A6ADF0D}"/>
              </a:ext>
            </a:extLst>
          </p:cNvPr>
          <p:cNvCxnSpPr/>
          <p:nvPr/>
        </p:nvCxnSpPr>
        <p:spPr>
          <a:xfrm>
            <a:off x="4728117" y="2792038"/>
            <a:ext cx="0" cy="2822601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EDACACA-AA47-2226-2308-953DA0D23A62}"/>
              </a:ext>
            </a:extLst>
          </p:cNvPr>
          <p:cNvSpPr txBox="1"/>
          <p:nvPr/>
        </p:nvSpPr>
        <p:spPr>
          <a:xfrm>
            <a:off x="3947527" y="5614639"/>
            <a:ext cx="151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New output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9001C4E9-60F0-C8AB-79CC-4755810D07A2}"/>
              </a:ext>
            </a:extLst>
          </p:cNvPr>
          <p:cNvSpPr/>
          <p:nvPr/>
        </p:nvSpPr>
        <p:spPr>
          <a:xfrm>
            <a:off x="1934740" y="4325336"/>
            <a:ext cx="367988" cy="1306030"/>
          </a:xfrm>
          <a:prstGeom prst="leftBrac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3AC2A9-15A0-8FA4-F1D0-8E671993C2AA}"/>
              </a:ext>
            </a:extLst>
          </p:cNvPr>
          <p:cNvSpPr txBox="1"/>
          <p:nvPr/>
        </p:nvSpPr>
        <p:spPr>
          <a:xfrm>
            <a:off x="1204731" y="4793685"/>
            <a:ext cx="802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Taxes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A115F721-6643-BDF4-47FB-5960FB389D6F}"/>
                  </a:ext>
                </a:extLst>
              </p14:cNvPr>
              <p14:cNvContentPartPr/>
              <p14:nvPr/>
            </p14:nvContentPartPr>
            <p14:xfrm>
              <a:off x="2363655" y="3793935"/>
              <a:ext cx="2353320" cy="7851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A115F721-6643-BDF4-47FB-5960FB389D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10015" y="3686295"/>
                <a:ext cx="2460960" cy="10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9D0184D5-0E88-0A78-10C9-52D1E0B076E8}"/>
                  </a:ext>
                </a:extLst>
              </p14:cNvPr>
              <p14:cNvContentPartPr/>
              <p14:nvPr/>
            </p14:nvContentPartPr>
            <p14:xfrm>
              <a:off x="2364015" y="3290655"/>
              <a:ext cx="2352600" cy="21430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9D0184D5-0E88-0A78-10C9-52D1E0B076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10015" y="3183015"/>
                <a:ext cx="2460240" cy="235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E884CE8-FA21-9D45-1B25-F9195CBF0BF9}"/>
                  </a:ext>
                </a:extLst>
              </p14:cNvPr>
              <p14:cNvContentPartPr/>
              <p14:nvPr/>
            </p14:nvContentPartPr>
            <p14:xfrm>
              <a:off x="2363655" y="3086535"/>
              <a:ext cx="2342160" cy="14954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E884CE8-FA21-9D45-1B25-F9195CBF0B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10015" y="2978535"/>
                <a:ext cx="2449800" cy="171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07EE164-BB68-2685-9754-CFFB99D2AEAB}"/>
                  </a:ext>
                </a:extLst>
              </p14:cNvPr>
              <p14:cNvContentPartPr/>
              <p14:nvPr/>
            </p14:nvContentPartPr>
            <p14:xfrm>
              <a:off x="3881415" y="2907255"/>
              <a:ext cx="824760" cy="7120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07EE164-BB68-2685-9754-CFFB99D2AEA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27415" y="2799255"/>
                <a:ext cx="932400" cy="9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E3F7BA39-4211-B376-8FEE-2B8DAD315BE9}"/>
                  </a:ext>
                </a:extLst>
              </p14:cNvPr>
              <p14:cNvContentPartPr/>
              <p14:nvPr/>
            </p14:nvContentPartPr>
            <p14:xfrm>
              <a:off x="2415495" y="2968455"/>
              <a:ext cx="2279520" cy="14220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E3F7BA39-4211-B376-8FEE-2B8DAD315BE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61855" y="2860455"/>
                <a:ext cx="2387160" cy="1637640"/>
              </a:xfrm>
              <a:prstGeom prst="rect">
                <a:avLst/>
              </a:prstGeom>
            </p:spPr>
          </p:pic>
        </mc:Fallback>
      </mc:AlternateContent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686A5FD4-B368-AEC6-94F1-9793A52B7DCA}"/>
              </a:ext>
            </a:extLst>
          </p:cNvPr>
          <p:cNvCxnSpPr/>
          <p:nvPr/>
        </p:nvCxnSpPr>
        <p:spPr>
          <a:xfrm rot="16200000" flipH="1">
            <a:off x="2647238" y="3383219"/>
            <a:ext cx="905602" cy="312234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80BEAAA-6FF5-568A-0CD7-654F7499C533}"/>
              </a:ext>
            </a:extLst>
          </p:cNvPr>
          <p:cNvSpPr txBox="1"/>
          <p:nvPr/>
        </p:nvSpPr>
        <p:spPr>
          <a:xfrm>
            <a:off x="2415495" y="2665141"/>
            <a:ext cx="1465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Tax revenue</a:t>
            </a:r>
          </a:p>
        </p:txBody>
      </p:sp>
    </p:spTree>
    <p:extLst>
      <p:ext uri="{BB962C8B-B14F-4D97-AF65-F5344CB8AC3E}">
        <p14:creationId xmlns:p14="http://schemas.microsoft.com/office/powerpoint/2010/main" val="2353440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23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Muhebullah Karimzada</dc:creator>
  <cp:lastModifiedBy>Muhebullah Karimzada</cp:lastModifiedBy>
  <cp:revision>13</cp:revision>
  <dcterms:created xsi:type="dcterms:W3CDTF">2024-07-01T19:19:39Z</dcterms:created>
  <dcterms:modified xsi:type="dcterms:W3CDTF">2024-10-29T19:13:14Z</dcterms:modified>
</cp:coreProperties>
</file>